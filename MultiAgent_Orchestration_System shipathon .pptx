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12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Workflow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System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Document Creation  +  Employee Onboarding Automation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32004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 2 &amp; 3  |  Deployed on Nasiko Infrastructure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32320" y="3291840"/>
            <a:ext cx="1463040" cy="365760"/>
          </a:xfrm>
          <a:prstGeom prst="rect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3794760"/>
            <a:ext cx="1097280" cy="3200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4251960"/>
            <a:ext cx="1828800" cy="274320"/>
          </a:xfrm>
          <a:prstGeom prst="rect">
            <a:avLst/>
          </a:prstGeom>
          <a:solidFill>
            <a:srgbClr val="0EA5E9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Solving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3931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 02 — Agentic Document Creation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accepts a natural language brief, determines output format (PDF/PPTX/XLSX), plans structure, generates charts/visuals, and produces polished files. Supports revision instructions.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 03 — Workflow Orchestration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domains: Data Pipeline &amp; Report Delivery (fetch→transform→chart→report→dispatch) and Employee Onboarding Automation (provision→email→schedule→doc→complete). Both with failure handling and execution logs.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Topology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1920240" cy="731520"/>
          </a:xfrm>
          <a:prstGeom prst="ellipse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1234440"/>
            <a:ext cx="1828800" cy="73152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2514600"/>
            <a:ext cx="2377440" cy="914400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+ Critic Loop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965960"/>
            <a:ext cx="365760" cy="54864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1965960"/>
            <a:ext cx="0" cy="5486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2064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gen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58952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</a:t>
            </a:r>
            <a:endParaRPr lang="en-US" sz="7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11880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94960" y="3886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7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11880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035040" y="3886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7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61188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75120" y="3886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7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61188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5200" y="3886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700" dirty="0"/>
          </a:p>
        </p:txBody>
      </p:sp>
      <p:sp>
        <p:nvSpPr>
          <p:cNvPr id="33" name="Shape 27"/>
          <p:cNvSpPr/>
          <p:nvPr/>
        </p:nvSpPr>
        <p:spPr>
          <a:xfrm>
            <a:off x="6812280" y="3429000"/>
            <a:ext cx="0" cy="164592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Coding Agent generates files. Financial Analysis and Onboarding agents delegate all file/chart creation to this shared execution layer.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Bird's Eye 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371600" cy="54864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280160"/>
            <a:ext cx="457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0" y="1005840"/>
            <a:ext cx="1737360" cy="548640"/>
          </a:xfrm>
          <a:prstGeom prst="rect">
            <a:avLst/>
          </a:prstGeom>
          <a:solidFill>
            <a:srgbClr val="1A365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1005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schemas)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280160"/>
            <a:ext cx="457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777240"/>
            <a:ext cx="2011680" cy="1005840"/>
          </a:xfrm>
          <a:prstGeom prst="rect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7772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Dense (1024d)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ILIKE Sparse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280160"/>
            <a:ext cx="457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0" y="868680"/>
            <a:ext cx="1554480" cy="8229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868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2194560"/>
            <a:ext cx="635508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554480" y="2194560"/>
            <a:ext cx="0" cy="22860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9520" y="219456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" y="24688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468880"/>
            <a:ext cx="73152" cy="10972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Analysis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insights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383280" y="24688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383280" y="246888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5603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931920" y="2514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Agent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1188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provisioning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Calendar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400800" y="24688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400800" y="2468880"/>
            <a:ext cx="73152" cy="10972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60320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4944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Agent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62940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+ Syntax Checker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validation loop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chart generation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743200" y="3611880"/>
            <a:ext cx="3657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triangle"/>
            <a:tailEnd type="triangle"/>
          </a:ln>
        </p:spPr>
      </p:sp>
      <p:sp>
        <p:nvSpPr>
          <p:cNvPr id="37" name="Text 32"/>
          <p:cNvSpPr/>
          <p:nvPr/>
        </p:nvSpPr>
        <p:spPr>
          <a:xfrm>
            <a:off x="2926080" y="3703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call Coding Agent for file/chart generation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architecture — three specialised roles orchestrated through a stateful pipeline with shared coding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 — Hybrid Retrieval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1965960"/>
            <a:ext cx="2743200" cy="1005840"/>
          </a:xfrm>
          <a:prstGeom prst="ellipse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+ ILIKE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1554480" cy="548640"/>
          </a:xfrm>
          <a:prstGeom prst="ellipse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731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inventory.*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005840"/>
            <a:ext cx="1371600" cy="169164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" y="1554480"/>
            <a:ext cx="155448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hr.*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1828800"/>
            <a:ext cx="1371600" cy="8686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finance.*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651760"/>
            <a:ext cx="1371600" cy="457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" y="3200400"/>
            <a:ext cx="155448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onboarding.*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3474720"/>
            <a:ext cx="13716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75120" y="868680"/>
            <a:ext cx="2103120" cy="731520"/>
          </a:xfrm>
          <a:prstGeom prst="ellipse">
            <a:avLst/>
          </a:prstGeom>
          <a:solidFill>
            <a:srgbClr val="1A365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868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cosine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240280"/>
            <a:ext cx="731520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0" y="1920240"/>
            <a:ext cx="2103120" cy="731520"/>
          </a:xfrm>
          <a:prstGeom prst="ellipse">
            <a:avLst/>
          </a:prstGeom>
          <a:solidFill>
            <a:srgbClr val="1E40A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 patterns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468880"/>
            <a:ext cx="73152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75120" y="2971800"/>
            <a:ext cx="2103120" cy="731520"/>
          </a:xfrm>
          <a:prstGeom prst="ellipse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Reranked Results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2697480"/>
            <a:ext cx="731520" cy="64008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26680" y="1600200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26680" y="2651760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BGE-M3?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(Hindi + English)  |  1024-dim rich semantic space  |  Dense + sparse + ColBERT in one model  |  Apache 2.0 self-hostable  |  Top-tier MTEB benchmark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Query Router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routing for speed, LLM decomposition for depth — no unnecessary inference cost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645920" cy="64008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/api/query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69164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280160"/>
            <a:ext cx="1828800" cy="8229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Check: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/ new hire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/ selected?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2103120"/>
            <a:ext cx="0" cy="45720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38328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34640" y="2651760"/>
            <a:ext cx="182880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69164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54880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49240" y="1234440"/>
            <a:ext cx="3291840" cy="914400"/>
          </a:xfrm>
          <a:prstGeom prst="rect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1234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decomposes → DB fetch → LLM analyses → Coding Agent generates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Decision: Why Keyword Routing, Not LLM?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intent classification adds 1-3s latency and costs tokens on every query. Keyword matching runs in &lt;1ms, is deterministic, and handles all onboarding triggers. The LLM is reserved for complex work: decomposition, analysis, and document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Analysis Agent — Mind 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743200" cy="1097280"/>
          </a:xfrm>
          <a:prstGeom prst="ellipse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640080"/>
            <a:ext cx="1828800" cy="640080"/>
          </a:xfrm>
          <a:prstGeom prst="ellipse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640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960120"/>
            <a:ext cx="1371600" cy="114300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" y="1737360"/>
            <a:ext cx="1828800" cy="640080"/>
          </a:xfrm>
          <a:prstGeom prst="ellipse">
            <a:avLst/>
          </a:prstGeom>
          <a:solidFill>
            <a:srgbClr val="1A365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data_requirements[]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0240" y="2057400"/>
            <a:ext cx="1280160" cy="32004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2880" y="2926080"/>
            <a:ext cx="1828800" cy="640080"/>
          </a:xfrm>
          <a:prstGeom prst="ellipse">
            <a:avLst/>
          </a:prstGeom>
          <a:solidFill>
            <a:srgbClr val="1E40A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Aggregate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0" y="3246120"/>
            <a:ext cx="137160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640080"/>
            <a:ext cx="1828800" cy="64008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640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0" y="2057400"/>
            <a:ext cx="10972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40880" y="1645920"/>
            <a:ext cx="182880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instructions{}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233172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40880" y="2651760"/>
            <a:ext cx="1828800" cy="640080"/>
          </a:xfrm>
          <a:prstGeom prst="ellipse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Select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PDF/PPTX/XLSX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0" y="2606040"/>
            <a:ext cx="1097280" cy="32004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00400" y="3474720"/>
            <a:ext cx="2743200" cy="822960"/>
          </a:xfrm>
          <a:prstGeom prst="ellipse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Coding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file generation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926080"/>
            <a:ext cx="0" cy="54864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15200" y="329184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82880" y="3794760"/>
            <a:ext cx="1828800" cy="548640"/>
          </a:xfrm>
          <a:prstGeom prst="ellipse">
            <a:avLst/>
          </a:prstGeom>
          <a:solidFill>
            <a:srgbClr val="47556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Follow-up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0" y="4069080"/>
            <a:ext cx="1371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Analysis Agent — Under the Hood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Decomposition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query + history, returns JSON: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data_requirements[ ]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req_id — unique identifier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table — schema.table (whitelisted)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columns — needed columns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filters — { column: { op: value } }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aggregate — { column: SUM/AVG/COUNT }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group_by, order_by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parameterised and whitelisted to prevent SQL injection.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Analysis 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fetched data, LLM produces: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{ }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headline, summary, key_insights[], recommendations[]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coding_instructions { }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output_format: pdf | pptx | xlsx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title, sections[ ] with type: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table / chart / paragraph / title_page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needs_document: bool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follow_ups: 4 contextual next questions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solidFill>
            <a:srgbClr val="0EA5E9">
              <a:alpha val="8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selection is LLM-driven: "create a pitch deck" → PPTX  |  "build a tracker" → XLSX  |  "generate a report" → 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Agent — 6-Step Stateful Pipeline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2984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740664" y="114300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Info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employee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from message.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missing fields.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91056" y="2286000"/>
            <a:ext cx="914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19072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19072" y="1005840"/>
            <a:ext cx="1298448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114300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2185416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64792" y="1600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64792" y="21031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maps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to systems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(email, slack, jira...)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35808" y="2286000"/>
            <a:ext cx="914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63824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1005840"/>
            <a:ext cx="129844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3630168" y="11430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63016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9544" y="1600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9544" y="21031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composes email.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reviews: Send,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Revise, or Skip.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2286000"/>
            <a:ext cx="914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08576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1005840"/>
            <a:ext cx="129844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074920" y="11430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54296" y="1600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54296" y="21031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manager_schedule.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 free 30-min slots.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picks one.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25312" y="2286000"/>
            <a:ext cx="914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53328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1005840"/>
            <a:ext cx="129844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519672" y="1143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99048" y="1600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99048" y="21031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builds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onboarding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via sandbox.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70064" y="2286000"/>
            <a:ext cx="914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98080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8080" y="1005840"/>
            <a:ext cx="1298448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3" name="Shape 41"/>
          <p:cNvSpPr/>
          <p:nvPr/>
        </p:nvSpPr>
        <p:spPr>
          <a:xfrm>
            <a:off x="7964424" y="114300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4" name="Text 42"/>
          <p:cNvSpPr/>
          <p:nvPr/>
        </p:nvSpPr>
        <p:spPr>
          <a:xfrm>
            <a:off x="7964424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543800" y="1600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43800" y="2103120"/>
            <a:ext cx="120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complete.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 → now.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9476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794760"/>
            <a:ext cx="54864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info_collected → provisioned → email_reviewed → scheduled → doc_generated → complete  (or → failed)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writes status to PostgreSQL — if server restarts, manager resumes from where they left off via onboarding_id.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— Email Review &amp; Calendar Scheduling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Email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1371600" cy="457200"/>
          </a:xfrm>
          <a:prstGeom prst="rect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composes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0160" y="2011680"/>
            <a:ext cx="0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2331720"/>
            <a:ext cx="1371600" cy="457200"/>
          </a:xfrm>
          <a:prstGeom prst="rect">
            <a:avLst/>
          </a:prstGeom>
          <a:solidFill>
            <a:srgbClr val="1A365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previews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 UI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0160" y="2788920"/>
            <a:ext cx="0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3154680"/>
            <a:ext cx="5943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80160" y="3154680"/>
            <a:ext cx="5943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154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65960" y="3154680"/>
            <a:ext cx="594360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3154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581912" y="3474720"/>
            <a:ext cx="0" cy="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912" y="3703320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965960"/>
            <a:ext cx="0" cy="17373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371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43200" y="155448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Send: logs email, sets sent_at, proceeds to calendar.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Revise: feedback → LLM rewrites → new draft.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no email, jump to scheduling.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revisions, UI hints to type directly.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Calendar Scheduling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needed — purely algorithmic: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manager_schedule for weekly blocks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From start_date, iterate business days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free blocks (is_available=true, &gt;=30 min)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first 3 slots as clickable cards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Manager clicks → saved to kickoff_meeting_time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slots in 5 days, window auto-expands.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slots: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3611880"/>
            <a:ext cx="10972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9:30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10:00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63640" y="3611880"/>
            <a:ext cx="10972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13:00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13:30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3611880"/>
            <a:ext cx="10972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9:00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9:30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Agent — Coder + Syntax Checker + Critic Loop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1005840"/>
          </a:xfrm>
          <a:prstGeom prst="rect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Python</a:t>
            </a:r>
            <a:endParaRPr lang="en-US" sz="1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instructions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5029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1188720"/>
            <a:ext cx="2011680" cy="100584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CHECKER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ast.parse()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1691640"/>
            <a:ext cx="5029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1188720"/>
            <a:ext cx="1645920" cy="1005840"/>
          </a:xfrm>
          <a:prstGeom prst="rect">
            <a:avLst/>
          </a:prstGeom>
          <a:solidFill>
            <a:srgbClr val="1A365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188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+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120s timeout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1691640"/>
            <a:ext cx="3200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18120" y="1097280"/>
            <a:ext cx="1005840" cy="118872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10972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exists?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size?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331720"/>
            <a:ext cx="0" cy="45720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001000" y="23774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834640"/>
            <a:ext cx="128016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caller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18120" y="1828800"/>
            <a:ext cx="0" cy="86868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011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63040" y="2240280"/>
            <a:ext cx="0" cy="45720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  <a:tailEnd type="triangle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78608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828800" y="2560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sent back to Coder via fix_code()  —  max 2 retries with modified approach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" y="342900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65760" y="34290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Post-Processing Pipeline (before syntax check)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4360" y="37490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&lt;think&gt;...&lt;/think&gt; blocks (Qwen3 artifacts)  →  Remove markdown fences  →  Strip pre-code text  →  Fix unterminated f-strings via regex  →  Ready for ast.parse(). Ensures clean Python regardless of model formatting quirks.</a:t>
            </a:r>
            <a:endParaRPr lang="en-US" sz="85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436437-575B-6045-B744-11B2513213E5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230983" y="2697480"/>
            <a:ext cx="1587138" cy="914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Inter-Agent Communication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Coding Agent serves as the shared execution layer — Financial Analysis and Onboarding agents never generate files directly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29260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Analysis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coding_instructions {} for: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PDF reports with tables and charts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PPTX decks with data visualisations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XLSX spreadsheets with computed fields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188720"/>
            <a:ext cx="29260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ONBOARDING_DOC_PROMPT for: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Personalised onboarding PDF guide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Employee details + provisioned accounts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First-week schedule + key contacts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0360" y="3108960"/>
            <a:ext cx="33832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80360" y="3135086"/>
            <a:ext cx="33832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Agent (Shared)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structured instructions → Generates Python → Validates → Executes in sandbox → Returns file 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coding_instructions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675120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doc_spec JSON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17520" y="3108960"/>
            <a:ext cx="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103120" y="2606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675120" y="2606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4297680"/>
            <a:ext cx="54864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297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Analysis Agent never writes files directly — it produces structured coding_instructions that the Coding Agent translates into executable Python.</a:t>
            </a:r>
            <a:endParaRPr lang="en-US" sz="9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E1E29B-E671-48B2-5504-0E26642D8345}"/>
              </a:ext>
            </a:extLst>
          </p:cNvPr>
          <p:cNvCxnSpPr/>
          <p:nvPr/>
        </p:nvCxnSpPr>
        <p:spPr>
          <a:xfrm flipH="1" flipV="1">
            <a:off x="1920240" y="2697480"/>
            <a:ext cx="731520" cy="502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DFDF2E-9EFE-BC22-1B42-9831B8789E55}"/>
              </a:ext>
            </a:extLst>
          </p:cNvPr>
          <p:cNvCxnSpPr/>
          <p:nvPr/>
        </p:nvCxnSpPr>
        <p:spPr>
          <a:xfrm>
            <a:off x="2880360" y="2606040"/>
            <a:ext cx="489857" cy="3657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0BC78D4-0758-4344-4B7D-97D9BBF2E78F}"/>
              </a:ext>
            </a:extLst>
          </p:cNvPr>
          <p:cNvCxnSpPr/>
          <p:nvPr/>
        </p:nvCxnSpPr>
        <p:spPr>
          <a:xfrm flipH="1">
            <a:off x="5786846" y="2606040"/>
            <a:ext cx="418011" cy="3657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D7FC4C-B24C-7066-8BF9-307B409829A8}"/>
              </a:ext>
            </a:extLst>
          </p:cNvPr>
          <p:cNvCxnSpPr/>
          <p:nvPr/>
        </p:nvCxnSpPr>
        <p:spPr>
          <a:xfrm flipV="1">
            <a:off x="6263640" y="2697480"/>
            <a:ext cx="261257" cy="2743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Generation — Libraries &amp; Tools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868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ReportLab / FPDF2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4640" y="868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1115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Pixel-precise layout for tables, text, and embedded images. ReportLab for complex reports; FPDF2 for simpler docs.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" y="18288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82880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202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python-pptx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3464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Generation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60120" y="21214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with titles, bullets, tables, charts, images. Supports layouts, speaker notes, master slides.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65760" y="28346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83464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260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openpyxl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8346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Generation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60120" y="3127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with formatted cells, formulas, conditional formatting, auto-computed summary rows.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754880" y="82296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822960"/>
            <a:ext cx="54864" cy="8686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9144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868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/ Plotly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49240" y="1115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rendering — bar, line, pie, heatmaps. PNG/SVG output for embedding.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754880" y="18288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1828800"/>
            <a:ext cx="54864" cy="8686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92024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4924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drawSVG / CairoSVG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349240" y="2121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vector graphics — diagrams, flowcharts, layouts. SVG → PNG rasterisation.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4754880" y="28346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54880" y="2834640"/>
            <a:ext cx="54864" cy="86868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92608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4924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Sandboxed Execution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349240" y="3127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subprocess with 120s timeout. Validates output exists with non-zero size. No network, no filesystem escape.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Shape 32"/>
          <p:cNvSpPr/>
          <p:nvPr/>
        </p:nvSpPr>
        <p:spPr>
          <a:xfrm>
            <a:off x="365760" y="393192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Text 33"/>
          <p:cNvSpPr/>
          <p:nvPr/>
        </p:nvSpPr>
        <p:spPr>
          <a:xfrm>
            <a:off x="594360" y="39319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libraries over LaTeX or Puppeteer?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programmatic control, no external dependencies, runs anywhere (no browser needed), every library is pip-installable on Nasiko infra with zero system-level setup.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Design Decisions — And Why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separate Financial Analysis + Coding agents?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LLMs are poor at generating correct code. Specialised prompts per task yield better results — the financial model reasons about data, the coding model writes executable Python. Separation prevents cascading failures.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745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Qwen3.5-27B via OpenRouter?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031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fits on 48GB GPUs for self-hosting. Qwen3.5 matches GPT-4 class on structured JSON output while staying fully open-weight. OpenRouter provides access during hackathon without infrastructure overhead.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80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stateful pipeline over event-driven?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requires human-in-the-loop at email review and slot selection. Writing state to PostgreSQL gives crash recovery, audit trails, and resumability — sequential workflows don't need event-driven complexity.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54864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86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a single monolithic agent?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handling analysis, code gen, email composition, and scheduling would need enormous context and degrade at every task. Three specialised agents with clear contracts are more reliable and testable.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PS3: Data Pipeline &amp; Report Delivery — End to End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57276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10515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query into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data_requirements.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against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83664" y="2011680"/>
            <a:ext cx="10972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29968" y="91440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914400"/>
            <a:ext cx="1572768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Shape 13"/>
          <p:cNvSpPr/>
          <p:nvPr/>
        </p:nvSpPr>
        <p:spPr>
          <a:xfrm>
            <a:off x="2587752" y="105156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258775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21408" y="16002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21408" y="196596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analyses raw data.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aggregates,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statistical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39312" y="2011680"/>
            <a:ext cx="10972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85616" y="91440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85616" y="914400"/>
            <a:ext cx="157276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1051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77056" y="16002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Gen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77056" y="196596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writes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matplotlib/plotly code.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charts as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files.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2011680"/>
            <a:ext cx="10972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91440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41264" y="914400"/>
            <a:ext cx="1572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9048" y="1051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32704" y="16002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32704" y="196596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assembles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PDF/PPTX with charts,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narrative,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sections.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50608" y="2011680"/>
            <a:ext cx="109728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296912" y="91440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96912" y="914400"/>
            <a:ext cx="157276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7854696" y="1051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7854696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88352" y="16002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1965960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returned via API.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URL generated.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 with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audit.</a:t>
            </a:r>
            <a:endParaRPr lang="en-US" sz="8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20440"/>
            <a:ext cx="274320" cy="27432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3474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Handling: 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(max 2) with modified params. If still failing → graceful degradation to narrative-only. JSON execution log captures every outcome.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65760" y="4023360"/>
            <a:ext cx="54864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Log:  </a:t>
            </a: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step: "fetch", status: "ok", retries: 0 }  →  { step: "chart", status: "retry", retries: 1 }  →  { overall: "complete" 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Nasiko AI Agent Buildthon  |  Multi-Agent Orchestration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Technical Stack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80390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Qwen3.5-27B (OpenRouter)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decomposition, data analysis, email composition, doc specs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(1024-dim)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dense + sparse hybrid retrieval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pgvector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schemas, 15+ tables, vector similarity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Python 3.11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API, SSE streaming, REST endpoints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ReportLab / FPDF2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Multi-page reports, tables, embedded charts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 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python-pptx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decks with data visualisations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 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openpyxl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 with formulas and formatting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 / Plotly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line, pie, heatmap — PNG output for embedding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drawSVG / CairoSVG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graphics, infographics, SVG→PNG rasterisation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subprocess + timeout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code execution with 120s hard limit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HTML/JS/CSS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Single-file UI — no build step, no framework overhead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Nasiko 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target per hackathon requirement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Orchestrate, Designed to Scale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2743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3172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specialised agents with clear contracts — Financial Analysis, Onboarding, Coding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5176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(BGE-M3 dense + ILIKE sparse) over 4 PostgreSQL schemas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document creation: PDF, PPTX, XLSX with charts and visuals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email review with revision feedback loop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11880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calendar scheduling — no LLM where logic suffices</a:t>
            </a:r>
            <a:endParaRPr lang="en-US" sz="11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201168" cy="20116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601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with intelligent code fixing on sandbox failures</a:t>
            </a:r>
            <a:endParaRPr lang="en-US" sz="11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201168" cy="2011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6012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pipeline with crash recovery and full audit logging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Nasiko Infrastructure  |  Nasiko AI Agent Buildthon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2111</Words>
  <Application>Microsoft Office PowerPoint</Application>
  <PresentationFormat>On-screen Show (16:9)</PresentationFormat>
  <Paragraphs>390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Workflow Orchestration System</dc:title>
  <dc:subject>PptxGenJS Presentation</dc:subject>
  <dc:creator>Anmol</dc:creator>
  <cp:lastModifiedBy>Himesh Saini</cp:lastModifiedBy>
  <cp:revision>3</cp:revision>
  <dcterms:created xsi:type="dcterms:W3CDTF">2026-03-26T11:32:26Z</dcterms:created>
  <dcterms:modified xsi:type="dcterms:W3CDTF">2026-03-26T12:04:01Z</dcterms:modified>
</cp:coreProperties>
</file>